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Healthcare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Arquitectura y demostración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Asistente virtual para una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 · FastAPI · LangGraph · RAG · OpenAI · MCP · 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Objetivo y funcionamiento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Responder preguntas frecuentes de la clínica.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9572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Consultar disponibilidad y reservar turnos.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4553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Detectar consultas médicas sensibles.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95344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Aplicación backend: se demuestra mediante Swagger.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Arquitectura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Recorrido de una consulta desde la API hasta la respuesta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508760"/>
            <a:ext cx="3566160" cy="594360"/>
          </a:xfrm>
          <a:prstGeom prst="roundRect">
            <a:avLst/>
          </a:prstGeom>
          <a:solidFill>
            <a:srgbClr val="12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9FC"/>
                </a:solidFill>
              </a:defRPr>
            </a:pPr>
            <a:r>
              <a:t>Paciente / Swagger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423160"/>
            <a:ext cx="3566160" cy="594360"/>
          </a:xfrm>
          <a:prstGeom prst="roundRect">
            <a:avLst/>
          </a:prstGeom>
          <a:solidFill>
            <a:srgbClr val="1E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9FC"/>
                </a:solidFill>
              </a:defRPr>
            </a:pPr>
            <a:r>
              <a:t>FastAPI + Pydantic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337560"/>
            <a:ext cx="3566160" cy="594360"/>
          </a:xfrm>
          <a:prstGeom prst="roundRect">
            <a:avLst/>
          </a:prstGeom>
          <a:solidFill>
            <a:srgbClr val="1E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9FC"/>
                </a:solidFill>
              </a:defRPr>
            </a:pPr>
            <a:r>
              <a:t>LangGraph: clasifica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337560" cy="822960"/>
          </a:xfrm>
          <a:prstGeom prst="roundRect">
            <a:avLst/>
          </a:prstGeom>
          <a:solidFill>
            <a:srgbClr val="1E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9FC"/>
                </a:solidFill>
              </a:defRPr>
            </a:pPr>
            <a:r>
              <a:t>RAG / FAQs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572000"/>
            <a:ext cx="3337560" cy="822960"/>
          </a:xfrm>
          <a:prstGeom prst="roundRect">
            <a:avLst/>
          </a:prstGeom>
          <a:solidFill>
            <a:srgbClr val="1E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9FC"/>
                </a:solidFill>
              </a:defRPr>
            </a:pPr>
            <a:r>
              <a:t>Booking /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572000"/>
            <a:ext cx="3337560" cy="822960"/>
          </a:xfrm>
          <a:prstGeom prst="roundRect">
            <a:avLst/>
          </a:prstGeom>
          <a:solidFill>
            <a:srgbClr val="1E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9FC"/>
                </a:solidFill>
              </a:defRPr>
            </a:pPr>
            <a: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130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044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9776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↙  ↓  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897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FastAPI devuelve la respuesta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Entrada y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Archivos para mostrar: app/main.py · app/models/patient.py · app/graph/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FastAPI recibe POST /chat y ejecuta el grafo.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Pydantic valida patient_id y message.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4553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LangGraph dirige cada consulta a FAQ, Booking o Safety.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95344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El clasificador utiliza palabras clave; Safety tiene prioridad.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RAG: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Archivos: data/clinic_faq.json · app/rag/embeddings.py · retriever.py · generator.py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Las FAQs están almacenadas en un archivo 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OpenAI genera embeddings con text-embedding-3-small.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0837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Se calcula similitud coseno y se elige la FAQ más relacionada.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3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Si el score es menor que 0.65, se usa una respuesta de respaldo.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0799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GPT-4.1-mini genera respuestas basadas en el contexto recuperado.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Caché y rendimiento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Archivo para mostrar: app/rag/retriever.py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874519"/>
            <a:ext cx="8321040" cy="960120"/>
          </a:xfrm>
          <a:prstGeom prst="roundRect">
            <a:avLst/>
          </a:prstGeom>
          <a:solidFill>
            <a:srgbClr val="12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9FC"/>
                </a:solidFill>
              </a:defRPr>
            </a:pPr>
            <a:r>
              <a:t>@lru_cache(maxsize=1)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Los embeddings de las FAQs se guardan en memoria.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8736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Se reutilizan en consultas posteriores.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3717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El embedding de cada nueva pregunta se calcula nuevamente.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86983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El caché se reinicia cuando se reinicia la aplicación.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MCP y reserva de turnos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Archivos: mcp_server/server.py · app/services/booking.py · data/doctor_schedule.json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960120"/>
          </a:xfrm>
          <a:prstGeom prst="roundRect">
            <a:avLst/>
          </a:prstGeom>
          <a:solidFill>
            <a:srgbClr val="12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9FC"/>
                </a:solidFill>
              </a:defRPr>
            </a:pPr>
            <a:r>
              <a:t>check_availability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5120640" cy="960120"/>
          </a:xfrm>
          <a:prstGeom prst="roundRect">
            <a:avLst/>
          </a:prstGeom>
          <a:solidFill>
            <a:srgbClr val="12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9FC"/>
                </a:solidFill>
              </a:defRPr>
            </a:pPr>
            <a:r>
              <a:t>book_slot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154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Consulta si un horario está disponible. No modifica los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3154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Confirma una reserva disponible y elimina ese horario del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FastMCP registra ambas herramientas y permite que el asistente las utilice.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Seguridad y pruebas automatizadas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Archivos: app/graph/nodes.py · tests/test_chat.py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Safety evita diagnósticos y tratamientos ante consultas sensibles.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3288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Pytest valida el endpoint principal, los campos obligatorios y las rutas.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8269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HTTP 200: petición correcta. HTTP 422: datos faltantes o inválidos.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32504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Comando: python -m pytest tests/test_chat.py -v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Demostración en Swagger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Ejecutar: python -m uvicorn app.main:app --reload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Abrir http://127.0.0.1:8000/docs y seleccionar POST /chat.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0428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FAQ: “What are the clinic opening hours?”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5409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Safety: “I can’t breathe”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03904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Booking: consultar un horario existente en doctor_schedule.json.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5371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Mostrar patient_id, route y response en el JSON de salida.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Resumen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FastAPI recibe · Pydantic valida · LangGraph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RAG responde · MCP reserva · Safety protege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Mejora futura: interfaz web con calendario de turnos.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